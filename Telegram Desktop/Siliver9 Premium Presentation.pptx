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Urbanist"/>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Urbanist-bold.fntdata"/><Relationship Id="rId16" Type="http://schemas.openxmlformats.org/officeDocument/2006/relationships/font" Target="fonts/Urbanist-regular.fntdata"/><Relationship Id="rId5" Type="http://schemas.openxmlformats.org/officeDocument/2006/relationships/notesMaster" Target="notesMasters/notesMaster1.xml"/><Relationship Id="rId19" Type="http://schemas.openxmlformats.org/officeDocument/2006/relationships/font" Target="fonts/Urbanist-boldItalic.fntdata"/><Relationship Id="rId6" Type="http://schemas.openxmlformats.org/officeDocument/2006/relationships/slide" Target="slides/slide1.xml"/><Relationship Id="rId18" Type="http://schemas.openxmlformats.org/officeDocument/2006/relationships/font" Target="fonts/Urbanis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 Welcome to Siliver9. We are a premium precious metals trading platform operating in over 120 countries with over 50,000 active investors.</a:t>
            </a:r>
            <a:endParaRPr/>
          </a:p>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de0302920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de030292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de0302920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de030292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de0302920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de030292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de0302920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ade030292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de0302920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de030292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de0302920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ade030292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de0302920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de030292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de0302920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de030292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de0302920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de030292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15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92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3762375" y="3921472"/>
            <a:ext cx="4667250" cy="744735"/>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3181350" y="1401216"/>
            <a:ext cx="5829300" cy="4055566"/>
          </a:xfrm>
          <a:prstGeom prst="rect">
            <a:avLst/>
          </a:prstGeom>
          <a:noFill/>
          <a:ln>
            <a:noFill/>
          </a:ln>
        </p:spPr>
      </p:pic>
      <p:sp>
        <p:nvSpPr>
          <p:cNvPr id="87" name="Google Shape;87;p13"/>
          <p:cNvSpPr txBox="1"/>
          <p:nvPr/>
        </p:nvSpPr>
        <p:spPr>
          <a:xfrm>
            <a:off x="3645693" y="1982241"/>
            <a:ext cx="4900612" cy="914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E6F1FF"/>
                </a:solidFill>
                <a:latin typeface="Urbanist"/>
                <a:ea typeface="Urbanist"/>
                <a:cs typeface="Urbanist"/>
                <a:sym typeface="Urbanist"/>
              </a:rPr>
              <a:t>Siliver9</a:t>
            </a:r>
            <a:endParaRPr/>
          </a:p>
        </p:txBody>
      </p:sp>
      <p:sp>
        <p:nvSpPr>
          <p:cNvPr id="88" name="Google Shape;88;p13"/>
          <p:cNvSpPr txBox="1"/>
          <p:nvPr/>
        </p:nvSpPr>
        <p:spPr>
          <a:xfrm>
            <a:off x="3762375" y="2991891"/>
            <a:ext cx="4667250" cy="5485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2700" u="none" cap="none" strike="noStrike">
                <a:solidFill>
                  <a:srgbClr val="64FFDA"/>
                </a:solidFill>
                <a:latin typeface="Urbanist"/>
                <a:ea typeface="Urbanist"/>
                <a:cs typeface="Urbanist"/>
                <a:sym typeface="Urbanist"/>
              </a:rPr>
              <a:t>The Future of Silver Investment</a:t>
            </a:r>
            <a:endParaRPr/>
          </a:p>
        </p:txBody>
      </p:sp>
      <p:sp>
        <p:nvSpPr>
          <p:cNvPr id="89" name="Google Shape;89;p13"/>
          <p:cNvSpPr txBox="1"/>
          <p:nvPr/>
        </p:nvSpPr>
        <p:spPr>
          <a:xfrm>
            <a:off x="3762375" y="4331047"/>
            <a:ext cx="4667250" cy="335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CCD6F6"/>
                </a:solidFill>
                <a:latin typeface="Urbanist"/>
                <a:ea typeface="Urbanist"/>
                <a:cs typeface="Urbanist"/>
                <a:sym typeface="Urbanist"/>
              </a:rPr>
              <a:t>Global Reach: 120+ Countries | $12M+ Paid Out</a:t>
            </a:r>
            <a:endParaRPr/>
          </a:p>
        </p:txBody>
      </p:sp>
      <p:pic>
        <p:nvPicPr>
          <p:cNvPr descr="Slide 1: Title &amp; Introduction&#10;Goal: Establish brand identity (Premium, Futuristic).&#10;&#10;Visual Prompt (Midjourney):&#10;&#10;A futuristic presentation title slide background. A large, stylized 3D text &quot;Siliver9&quot; made of polished liquid silver metal, glowing with faint cyan edge lighting, floating in a dark void. No icons or symbols, just the bold typography. Below, the tagline &quot;The Future of Silver Investment&quot; in smaller, clean cyan sans-serif font. Dark navy and black gradient background with subtle blockchain network lines and floating silver dust particles. 8k, octane render, cinematic lighting, corporate premium feel. --ar 16:9&#10;&#10;Slide Text Content:&#10;&#10;Headline: Siliver9&#10;&#10;Sub-headline: The Future of Silver Investment&#10;&#10;Footer: Global Reach: 120+ Countries | $12M+ Paid Out&#10;&#10;Speaker Notes: Welcome to Siliver9. We are a premium precious metals trading platform operating in over 120 countries with over 50,000 active investors." id="90" name="Google Shape;90;p13"/>
          <p:cNvPicPr preferRelativeResize="0"/>
          <p:nvPr/>
        </p:nvPicPr>
        <p:blipFill>
          <a:blip r:embed="rId6">
            <a:alphaModFix/>
          </a:blip>
          <a:stretch>
            <a:fillRect/>
          </a:stretch>
        </p:blipFill>
        <p:spPr>
          <a:xfrm>
            <a:off x="147575" y="-235125"/>
            <a:ext cx="12478975" cy="7179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descr="Slide 3: Our Solution (The Platform)&#10;Goal: Showcase the sleek interface.&#10;&#10;Visual Prompt (Midjourney):&#10;&#10;A sleek, modern laptop displaying a sophisticated silver trading dashboard interface, sitting on a reflective dark surface. The screen shows real-time graphs with cyan upward spikes and a text header &quot;Siliver9 Trading Platform&quot;. A holographic projection of the word &quot;Siliver9&quot; in silver typography floats above the keyboard. No coin icons. Dark mode UI with intense cyan accents. 8k, photorealistic, high-tech environment. --ar 16:9&#10;&#10;Slide Text Content:&#10;&#10;Headline: The Siliver9 Ecosystem&#10;&#10;Bullet Points:&#10;&#10;Expert traders monitoring global markets 24/7.&#10;&#10;Asset-backed by real silver holdings.&#10;&#10;Profits distributed 7 days a week (Mon-Sun).&#10;&#10;Speaker Notes: Our platform combines expert trading with secure storage. We trade when prices peak and distribute profits to you every single day, even weekends." id="95" name="Google Shape;95;p14"/>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descr="Slide 5: Global Sourcing (Map)&#10;Goal: Show specific country data.&#10;&#10;Visual Prompt (Midjourney):&#10;&#10;A futuristic holographic world map floating in dark space. Eight specific locations (Mexico, Peru, China, Chile, Australia, Russia, Poland, Bolivia) are highlighted with vertical cyan data streams. Silver lines connect these points to a central hub labeled with the text &quot;Siliver9&quot; in glowing silver letters. The continents are made of glowing blue digital particles. 8k render, sci-fi style map. --ar 16:9&#10;&#10;Slide Text Content:&#10;&#10;Top Producers:&#10;&#10;Mexico (6,300 tonnes/yr)&#10;&#10;Peru (3,200 tonnes/yr)&#10;&#10;China (3,100 tonnes/yr)&#10;&#10;Also Sourcing From: Chile, Australia, Russia, Poland, Bolivia.&#10;&#10;Speaker Notes: We don't just trade paper; we deal with the source. From Mexico to Australia, we tap into the world's largest silver reserves." id="100" name="Google Shape;100;p15"/>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descr="Goal: Visualize the 3 tiers with a focus on the numbers (Entry vs. Daily Return).&#10;&#10;Visual Prompt (Midjourney):&#10;&#10;A 3D infographic of investment tiers. Three stepped platforms made of polished silver metal with glowing cyan glass edges. Left platform: &quot;Tier 1&quot;. Middle platform: &quot;Tier 2&quot;. Right platform (highest): &quot;Tier 3&quot;. Floating above the scene is the text &quot;Siliver9 Packages&quot; in bold metallic letters. No icons, just clean geometric shapes and typography. Dark background. --ar 16:9&#10;&#10;Slide Text Content (Recommended Layout): (Arrange this in 3 separate columns on top of the generated background)&#10;&#10;COLUMN 1: TIER 1 (5% DAILY) Entry Level&#10;&#10;$20 ➔ $1 /day&#10;&#10;$55 ➔ $2.75 /day&#10;&#10;$120 ➔ $6 /day&#10;&#10;$250 ➔ $12.50 /day&#10;&#10;$380 ➔ $19 /day&#10;&#10;$500 ➔ $25 /day&#10;&#10;$820 ➔ $41 /day&#10;&#10;$1,300 ➔ $65 /day&#10;&#10;$1,650 ➔ $82.50 /day&#10;&#10;COLUMN 2: TIER 2 (7% DAILY) Advanced&#10;&#10;$3,800 ➔ $266 /day&#10;&#10;$8,000 ➔ $560 /day&#10;&#10;COLUMN 3: TIER 3 (10% DAILY) Elite Status&#10;&#10;$16,000 ➔ $1,600 /day&#10;&#10;$32,000 ➔ $3,200 /day&#10;&#10;$51,000 ➔ $5,100 /day&#10;&#10;$85,000 ➔ $8,500 /day&#10;&#10;$110,000 ➔ $11,000 /day&#10;&#10;Speaker Notes: &quot;Here is the complete breakdown of our 16 investment packages. We have designed entry points for every level of investor. On the left, Tier 1 offers a solid 5% daily return starting at just $20. In the middle, Tier 2 bumps that to 7% for serious investors. And on the right, our Elite Tier 3 offers a massive 10% daily return—where the VV5 package pays out a life-changing $11,000 every single day.&quot;&#10;&#10;Design Tip for Visibility: When placing the text, make the Daily Return Dollar Amount (e.g., $11,000) the largest text element in each line and color it Cyan to make it pop against the dark background. Keep the &quot;Entry&quot; amount in white/silver." id="105" name="Google Shape;105;p16"/>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descr="Slide 7: Earning Potential (Daily Returns)&#10;Goal: Show the money.&#10;&#10;Visual Prompt (Midjourney):&#10;&#10;A close-up shot of a modern smartphone screen held in a hand. The screen displays a notification: &quot;Payment Received: $1,600 USDT from Siliver9&quot;. The text &quot;Siliver9&quot; is clear and bold on the screen. Next to the phone, floating text &quot;DAILY RETURNS&quot; in cyan neon. Dark bokeh tech background. High-tech, lucrative feel, photorealistic. --ar 16:9&#10;&#10;Slide Text Content:&#10;&#10;Headline: Withdrawals 24-48 hours&#10;&#10;Real Examples:&#10;&#10;Invest $250 → Earn $12.50 Daily&#10;&#10;Invest $1,300 → Earn $65.00 Daily&#10;&#10;Invest $85,000 → Earn $8,500 Daily&#10;&#10;Currency: USDT (Polygon Network)&#10;&#10;Speaker Notes: We operate Monday through Sunday. If you are on the V4 package, that is $8,500 hitting your wallet every single day." id="110" name="Google Shape;110;p17"/>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descr="Slide 8: Referral Program&#10;Goal: Visualize network growth.&#10;&#10;Visual Prompt (Midjourney):&#10;&#10;A visualization of a referral network. A central glowing text node &quot;YOU&quot; connected by cyan light lines to multiple new text nodes labeled &quot;Ref 1&quot;, &quot;Ref 2&quot;, &quot;Ref 3&quot;. Large, glowing text &quot;20% BONUS&quot; and &quot;Siliver9 REWARDS&quot; floats above the network in cyan and silver typography. Dark digital background. --ar 16:9&#10;&#10;Slide Text Content:&#10;&#10;Direct Bonus: 20% Instant Reward on referrals.&#10;&#10;No Limits: Unlimited referrals allowed.&#10;&#10;The Payback Reward: Refer 25 people = Get 100% of your investment refunded.&#10;&#10;(You keep your daily returns AND get your capital back!)&#10;&#10;Speaker Notes: Share Siliver9 and earn big. Get a 20% instant bonus. Plus, if you refer 25 people, we refund your entire initial investment while you continue to earn daily" id="115" name="Google Shape;115;p18"/>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descr="Slide 9: Security &amp; Trust&#10;Goal: Establish safety.&#10;&#10;Visual Prompt (Midjourney):&#10;&#10;A futuristic security concept slide. A large, polished silver shield shape (simple geometry, no complex emblem) with the word &quot;SECURE&quot; glowing in cyan across it. Surrounding it are holographic rings of data code. In the bottom corner, the text logo &quot;Siliver9&quot; in silver. The background is an abstract representation of a secure server room with blue rack lights. --ar 16:9&#10;&#10;Slide Text Content:&#10;&#10;Blockchain Verified Transactions.&#10;&#10;Bank-Grade SSL Encryption.&#10;&#10;Withdrawals via USDT (Fast &amp; Secure).&#10;&#10;Transparent Tracking System.&#10;&#10;Speaker Notes: Security is paramount. We use blockchain verification and bank-grade encryption to ensure your assets and data are always safe." id="120" name="Google Shape;120;p19"/>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descr="Slide 10: Why Silver?&#10;Goal: Market facts.&#10;&#10;Visual Prompt (Midjourney):&#10;&#10;A conceptual illustration highlighting silver's value. Left: Text &quot;HISTORY&quot; floating over a pile of raw silver metal. Center: Text &quot;INDUSTRY&quot; floating over a microchip. Right: Text &quot;ENERGY&quot; floating over a solar panel. The word &quot;Siliver9&quot; connects them all in a sleek silver line. Dark background with cyan energy flows. --ar 16:9&#10;&#10;Slide Text Content:&#10;&#10;Stable: 5,000+ years as a store of value.&#10;&#10;Industrial Demand: Critical for electronics, medicine, and solar panels.&#10;&#10;Opportunity: High volatility creates profitable daily trading gaps.&#10;&#10;Speaker Notes: Silver isn't just a metal; it's an industrial necessity. From solar panels to medicine, demand is high, and price volatility allows us to generate your daily profits.]" id="125" name="Google Shape;125;p20"/>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descr="Slide 11: Call to Action&#10;Goal: Get them to join.&#10;&#10;Visual Prompt (Midjourney):&#10;&#10;A prominent &quot;Call to Action&quot; slide background. A large, sleek, illuminated rectangular button made of silver and glowing cyan light with the text &quot;JOIN Siliver9 NOW&quot;. Below it, smaller glowing text &quot;Start with $20&quot;. Background is a dynamic, upward-moving light tunnel. High energy, compelling, focusing on the text logo. --ar 16:9&#10;&#10;Slide Text Content:&#10;&#10;Start Earning Today&#10;&#10;Minimum Investment: Just $20.&#10;&#10;Step 1: Register Account.&#10;&#10;Step 2: Choose Package.&#10;&#10;Step 3: Receive Daily Profits.&#10;&#10;Speaker Notes: You can start right now with as little as $20. Join the future of silver investment today." id="130" name="Google Shape;130;p21"/>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descr="Slide 12: Contact &amp; Support&#10;Goal: Professional closing.&#10;&#10;Visual Prompt (Midjourney):&#10;&#10;A professional &quot;Contact Us&quot; slide background. Large silver text &quot;Siliver9 SUPPORT&quot; in the center. Below, glowing cyan text lines for &quot;Telegram&quot;, &quot;24/7 Support&quot;, and &quot;Email&quot;. The background is a subtle digital network map. Clean, inviting, and secure, relying purely on typography and lighting. --ar 16:9&#10;&#10;Slide Text Content:&#10;&#10;We Are Here For You&#10;&#10;Telegram:t.me/Siliver9Support&#10;&#10;Availability: 24/7 Customer Support.&#10;&#10;Website: www.siliver9.com&#10;&#10;Speaker Notes: Our team is available 24/7 on Telegram to assist you. Thank you for choosing Siliver9." id="135" name="Google Shape;135;p22"/>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